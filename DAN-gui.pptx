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96"/>
    <p:restoredTop sz="94653"/>
  </p:normalViewPr>
  <p:slideViewPr>
    <p:cSldViewPr snapToGrid="0">
      <p:cViewPr>
        <p:scale>
          <a:sx n="95" d="100"/>
          <a:sy n="95" d="100"/>
        </p:scale>
        <p:origin x="1576" y="1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B7C254-C3EF-C803-06C1-06E2B0055B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E4A6A3-8BA4-0A8E-3459-F48781B15B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EF6FF1-C5C2-3916-7A8A-8EB7B7D91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4BDD0-C737-9240-A574-165F4BD6C980}" type="datetimeFigureOut">
              <a:rPr kumimoji="1" lang="zh-CN" altLang="en-US" smtClean="0"/>
              <a:t>2026/6/29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CF6D2A-722B-2A5E-1407-E096DDDC0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B1EAAB-A141-05A5-A198-726DB42AF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F66A9-7E6E-4047-BD1B-0F4C22D16D3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190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DEEC22-AE43-3508-7759-162BA2B8B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A0CF70-5072-E7C6-E485-54124EEC2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27050E-86E4-AFD4-B38A-F65950FB9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4BDD0-C737-9240-A574-165F4BD6C980}" type="datetimeFigureOut">
              <a:rPr kumimoji="1" lang="zh-CN" altLang="en-US" smtClean="0"/>
              <a:t>2026/6/29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F6DDE5-8ABA-E3B4-CB0A-BF24EA63E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57664B-36D8-3AC7-CDC8-E5F465CCB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F66A9-7E6E-4047-BD1B-0F4C22D16D3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16520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857DF7-A36C-F8A7-3AFE-B0525622B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8D2919-06BC-C8DC-A83A-4FEB094DA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FD819B-2570-5310-157B-2A0268043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4BDD0-C737-9240-A574-165F4BD6C980}" type="datetimeFigureOut">
              <a:rPr kumimoji="1" lang="zh-CN" altLang="en-US" smtClean="0"/>
              <a:t>2026/6/29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152407-47AD-876C-F027-FC3219444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AD2848-3131-E355-2899-A7928C7F3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F66A9-7E6E-4047-BD1B-0F4C22D16D3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26580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4BCCCE-3662-1CB3-1382-0458C4465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C5267E-8950-8E54-2A51-E420609940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BF3BD4C-3A0F-283A-4826-EF65FAD738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DB7BA6-BF40-2CCD-A642-7C660777B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4BDD0-C737-9240-A574-165F4BD6C980}" type="datetimeFigureOut">
              <a:rPr kumimoji="1" lang="zh-CN" altLang="en-US" smtClean="0"/>
              <a:t>2026/6/29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BB895A2-8134-2173-D344-0264DE7CF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C7D577-E871-F2F8-34DB-36502D1CB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F66A9-7E6E-4047-BD1B-0F4C22D16D3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67330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3E7D05-E64D-E258-AFFA-A4429D49D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4E7483-A6AC-F0E5-5637-6D0C5A8CE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B95C60D-AC57-B3DB-F5D1-83EF844C7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318FB22-FE56-C53D-54F9-41AE9C38A0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DC673BA-717D-B814-7BEC-FB5A13348F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C4C96C2-2D7C-E994-AB62-FDCB67013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4BDD0-C737-9240-A574-165F4BD6C980}" type="datetimeFigureOut">
              <a:rPr kumimoji="1" lang="zh-CN" altLang="en-US" smtClean="0"/>
              <a:t>2026/6/29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782F6E9-D284-2C77-F6A1-581D465D4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26FD386-670B-8CDF-98DC-0D442AACB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F66A9-7E6E-4047-BD1B-0F4C22D16D3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5833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0547FF-3B47-93B5-560B-F3FCDACB2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0229854-D8E4-059A-457B-4E0A29FAC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4BDD0-C737-9240-A574-165F4BD6C980}" type="datetimeFigureOut">
              <a:rPr kumimoji="1" lang="zh-CN" altLang="en-US" smtClean="0"/>
              <a:t>2026/6/29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EADF182-3CFD-05AC-6CA0-12E18AE91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577E52C-7847-7E2E-0BEE-C82A62893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F66A9-7E6E-4047-BD1B-0F4C22D16D3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88912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2D8BEC5-31E6-894F-2482-8530FDFA8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4BDD0-C737-9240-A574-165F4BD6C980}" type="datetimeFigureOut">
              <a:rPr kumimoji="1" lang="zh-CN" altLang="en-US" smtClean="0"/>
              <a:t>2026/6/29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FD59E1C-6D24-A608-C167-9F0E4C6C1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93362F-FF36-8EDC-4D68-37EA809DA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F66A9-7E6E-4047-BD1B-0F4C22D16D3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4669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7B95AC-8241-7B52-70BA-430024C3C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E81083-4257-F7DC-91D1-9E1868F19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950E9F8-C8C1-7B82-D831-BCC450D8C2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24DB41-2869-1890-30A3-6DFAC376D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4BDD0-C737-9240-A574-165F4BD6C980}" type="datetimeFigureOut">
              <a:rPr kumimoji="1" lang="zh-CN" altLang="en-US" smtClean="0"/>
              <a:t>2026/6/29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451BB4D-E23B-FF8D-B526-C67B9C171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1CA4717-D566-84C9-77EE-7D6CB9029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F66A9-7E6E-4047-BD1B-0F4C22D16D3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1821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0CDBD7-9E6B-D16B-3D8B-29ACA7EFE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DD239D6-452E-04C0-AD9A-7702D9B13C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7E37586-9369-769F-7592-D842D463A6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DFA725-E019-5489-68DD-C90007FFD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4BDD0-C737-9240-A574-165F4BD6C980}" type="datetimeFigureOut">
              <a:rPr kumimoji="1" lang="zh-CN" altLang="en-US" smtClean="0"/>
              <a:t>2026/6/29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78F2085-120A-4FF3-CF7A-A2786948F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AA1F7EE-EBBC-613B-712E-D5A9380AA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F66A9-7E6E-4047-BD1B-0F4C22D16D3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126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7FB28A-12F7-9C26-AAE1-0711ACE7E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AA09517-555D-0DF3-2F2A-C7B99CCBD8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6D5B7A-DE8E-9E82-27B4-FC99EF1FD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4BDD0-C737-9240-A574-165F4BD6C980}" type="datetimeFigureOut">
              <a:rPr kumimoji="1" lang="zh-CN" altLang="en-US" smtClean="0"/>
              <a:t>2026/6/29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BDB722-148F-F918-49C1-9D3C992FA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382E59-5FC6-F44E-49C8-C6CFB62AC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F66A9-7E6E-4047-BD1B-0F4C22D16D3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5904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02B426E-EF9E-BC49-DD0C-07A8CA2ADA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8CA8E93-AFA2-23F5-750B-4D9E458C8F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E1C766-271F-8A96-2FC4-81BF1BD71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4BDD0-C737-9240-A574-165F4BD6C980}" type="datetimeFigureOut">
              <a:rPr kumimoji="1" lang="zh-CN" altLang="en-US" smtClean="0"/>
              <a:t>2026/6/29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CA2E58-E3E3-DC0C-2E9A-1AE207D91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3CBC29-AC9B-6D98-7FD1-DB0BE2653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F66A9-7E6E-4047-BD1B-0F4C22D16D3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3302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4375C2C-2CC1-0DFA-7EF1-87912CA02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EC4A42-1A81-1C55-0ECF-547C04D903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592C48-B281-EEEC-8459-832EBF2504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B4BDD0-C737-9240-A574-165F4BD6C980}" type="datetimeFigureOut">
              <a:rPr kumimoji="1" lang="zh-CN" altLang="en-US" smtClean="0"/>
              <a:t>2026/6/29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C9BA0A-FB4B-3237-116E-314FB04835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181FDD-FAEA-0373-A051-1278E2A53D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EF66A9-7E6E-4047-BD1B-0F4C22D16D3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45742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29C5E39-33EC-8960-1EA2-26661988B37A}"/>
              </a:ext>
            </a:extLst>
          </p:cNvPr>
          <p:cNvSpPr/>
          <p:nvPr/>
        </p:nvSpPr>
        <p:spPr>
          <a:xfrm>
            <a:off x="776177" y="446567"/>
            <a:ext cx="2105246" cy="4253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Message</a:t>
            </a:r>
          </a:p>
        </p:txBody>
      </p:sp>
      <p:sp>
        <p:nvSpPr>
          <p:cNvPr id="5" name="梯形 4">
            <a:extLst>
              <a:ext uri="{FF2B5EF4-FFF2-40B4-BE49-F238E27FC236}">
                <a16:creationId xmlns:a16="http://schemas.microsoft.com/office/drawing/2014/main" id="{E723CF7A-4EF3-CB4F-FAF6-ECB8E2F7B576}"/>
              </a:ext>
            </a:extLst>
          </p:cNvPr>
          <p:cNvSpPr/>
          <p:nvPr/>
        </p:nvSpPr>
        <p:spPr>
          <a:xfrm>
            <a:off x="3607981" y="356190"/>
            <a:ext cx="2739655" cy="606056"/>
          </a:xfrm>
          <a:prstGeom prst="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Understand/Gen Plans</a:t>
            </a:r>
            <a:endParaRPr kumimoji="1" lang="zh-CN" altLang="en-US" dirty="0"/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8DA92249-99A3-3A0F-96DE-430C411B012E}"/>
              </a:ext>
            </a:extLst>
          </p:cNvPr>
          <p:cNvCxnSpPr>
            <a:cxnSpLocks/>
          </p:cNvCxnSpPr>
          <p:nvPr/>
        </p:nvCxnSpPr>
        <p:spPr>
          <a:xfrm>
            <a:off x="4869712" y="2089298"/>
            <a:ext cx="0" cy="9356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9A633342-97CC-7580-0663-DC606DCE6756}"/>
              </a:ext>
            </a:extLst>
          </p:cNvPr>
          <p:cNvCxnSpPr>
            <a:cxnSpLocks/>
          </p:cNvCxnSpPr>
          <p:nvPr/>
        </p:nvCxnSpPr>
        <p:spPr>
          <a:xfrm>
            <a:off x="4869712" y="3024963"/>
            <a:ext cx="0" cy="9356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AC2D3018-11D4-9C82-B8B0-8F459C6EBF09}"/>
              </a:ext>
            </a:extLst>
          </p:cNvPr>
          <p:cNvCxnSpPr>
            <a:cxnSpLocks/>
          </p:cNvCxnSpPr>
          <p:nvPr/>
        </p:nvCxnSpPr>
        <p:spPr>
          <a:xfrm flipH="1">
            <a:off x="4299098" y="2950535"/>
            <a:ext cx="570614" cy="10100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D27D2E66-96AC-1325-492B-D76C6D66687B}"/>
              </a:ext>
            </a:extLst>
          </p:cNvPr>
          <p:cNvCxnSpPr>
            <a:cxnSpLocks/>
          </p:cNvCxnSpPr>
          <p:nvPr/>
        </p:nvCxnSpPr>
        <p:spPr>
          <a:xfrm>
            <a:off x="4869712" y="2950535"/>
            <a:ext cx="570614" cy="9356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椭圆 16">
            <a:extLst>
              <a:ext uri="{FF2B5EF4-FFF2-40B4-BE49-F238E27FC236}">
                <a16:creationId xmlns:a16="http://schemas.microsoft.com/office/drawing/2014/main" id="{837D8C9C-7E66-182D-5A4B-345CEFE4BA1B}"/>
              </a:ext>
            </a:extLst>
          </p:cNvPr>
          <p:cNvSpPr/>
          <p:nvPr/>
        </p:nvSpPr>
        <p:spPr>
          <a:xfrm>
            <a:off x="3964172" y="4051005"/>
            <a:ext cx="669852" cy="8293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F79BDE9A-892C-2FE3-20D7-256A941AA059}"/>
              </a:ext>
            </a:extLst>
          </p:cNvPr>
          <p:cNvSpPr/>
          <p:nvPr/>
        </p:nvSpPr>
        <p:spPr>
          <a:xfrm>
            <a:off x="4545419" y="4008475"/>
            <a:ext cx="669852" cy="8293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C08B5735-29C9-11CE-DB55-CF96C451A8CB}"/>
              </a:ext>
            </a:extLst>
          </p:cNvPr>
          <p:cNvSpPr/>
          <p:nvPr/>
        </p:nvSpPr>
        <p:spPr>
          <a:xfrm>
            <a:off x="5220588" y="4008475"/>
            <a:ext cx="669852" cy="8293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AA0566C-371C-271D-746A-AAFEC0614F39}"/>
              </a:ext>
            </a:extLst>
          </p:cNvPr>
          <p:cNvSpPr txBox="1"/>
          <p:nvPr/>
        </p:nvSpPr>
        <p:spPr>
          <a:xfrm>
            <a:off x="6875167" y="4357944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Execution</a:t>
            </a:r>
            <a:endParaRPr kumimoji="1" lang="zh-CN" altLang="en-US" dirty="0"/>
          </a:p>
        </p:txBody>
      </p:sp>
      <p:sp>
        <p:nvSpPr>
          <p:cNvPr id="21" name="三角形 20">
            <a:extLst>
              <a:ext uri="{FF2B5EF4-FFF2-40B4-BE49-F238E27FC236}">
                <a16:creationId xmlns:a16="http://schemas.microsoft.com/office/drawing/2014/main" id="{C3B6DE54-DDAF-E4EC-6721-8E55418D67F7}"/>
              </a:ext>
            </a:extLst>
          </p:cNvPr>
          <p:cNvSpPr/>
          <p:nvPr/>
        </p:nvSpPr>
        <p:spPr>
          <a:xfrm>
            <a:off x="4022651" y="5396024"/>
            <a:ext cx="552893" cy="95693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53818690-07BC-4DC2-656A-068E44E77EF4}"/>
              </a:ext>
            </a:extLst>
          </p:cNvPr>
          <p:cNvCxnSpPr>
            <a:cxnSpLocks/>
          </p:cNvCxnSpPr>
          <p:nvPr/>
        </p:nvCxnSpPr>
        <p:spPr>
          <a:xfrm>
            <a:off x="4299098" y="4880344"/>
            <a:ext cx="0" cy="515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5E38672D-5810-4CEC-DE10-36B95EE5D73E}"/>
              </a:ext>
            </a:extLst>
          </p:cNvPr>
          <p:cNvCxnSpPr>
            <a:cxnSpLocks/>
          </p:cNvCxnSpPr>
          <p:nvPr/>
        </p:nvCxnSpPr>
        <p:spPr>
          <a:xfrm>
            <a:off x="4898066" y="4837814"/>
            <a:ext cx="0" cy="515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ECA720EF-3379-0614-A283-6084F296C55B}"/>
              </a:ext>
            </a:extLst>
          </p:cNvPr>
          <p:cNvCxnSpPr>
            <a:cxnSpLocks/>
          </p:cNvCxnSpPr>
          <p:nvPr/>
        </p:nvCxnSpPr>
        <p:spPr>
          <a:xfrm>
            <a:off x="5573235" y="4806802"/>
            <a:ext cx="0" cy="515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三角形 25">
            <a:extLst>
              <a:ext uri="{FF2B5EF4-FFF2-40B4-BE49-F238E27FC236}">
                <a16:creationId xmlns:a16="http://schemas.microsoft.com/office/drawing/2014/main" id="{76FF3F22-E836-5959-BBE5-63B17649D6BA}"/>
              </a:ext>
            </a:extLst>
          </p:cNvPr>
          <p:cNvSpPr/>
          <p:nvPr/>
        </p:nvSpPr>
        <p:spPr>
          <a:xfrm>
            <a:off x="4634024" y="5396024"/>
            <a:ext cx="552893" cy="95693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三角形 26">
            <a:extLst>
              <a:ext uri="{FF2B5EF4-FFF2-40B4-BE49-F238E27FC236}">
                <a16:creationId xmlns:a16="http://schemas.microsoft.com/office/drawing/2014/main" id="{E39ABC1C-DC1F-4DDE-DFDB-59F499FAC6CC}"/>
              </a:ext>
            </a:extLst>
          </p:cNvPr>
          <p:cNvSpPr/>
          <p:nvPr/>
        </p:nvSpPr>
        <p:spPr>
          <a:xfrm>
            <a:off x="5303877" y="5322482"/>
            <a:ext cx="552893" cy="95693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62C139F-426B-5AE0-152D-D8F15BF13FE0}"/>
              </a:ext>
            </a:extLst>
          </p:cNvPr>
          <p:cNvSpPr txBox="1"/>
          <p:nvPr/>
        </p:nvSpPr>
        <p:spPr>
          <a:xfrm>
            <a:off x="6585103" y="5689823"/>
            <a:ext cx="2316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Validation per branch</a:t>
            </a:r>
            <a:endParaRPr kumimoji="1" lang="zh-CN" altLang="en-US" dirty="0"/>
          </a:p>
        </p:txBody>
      </p:sp>
      <p:sp>
        <p:nvSpPr>
          <p:cNvPr id="29" name="梯形 28">
            <a:extLst>
              <a:ext uri="{FF2B5EF4-FFF2-40B4-BE49-F238E27FC236}">
                <a16:creationId xmlns:a16="http://schemas.microsoft.com/office/drawing/2014/main" id="{C3616D8F-E512-566C-421D-03C65EA09AAA}"/>
              </a:ext>
            </a:extLst>
          </p:cNvPr>
          <p:cNvSpPr/>
          <p:nvPr/>
        </p:nvSpPr>
        <p:spPr>
          <a:xfrm>
            <a:off x="3607980" y="1584251"/>
            <a:ext cx="2739655" cy="606056"/>
          </a:xfrm>
          <a:prstGeom prst="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Gen Task Graphs</a:t>
            </a:r>
            <a:endParaRPr kumimoji="1" lang="zh-CN" altLang="en-US" dirty="0"/>
          </a:p>
        </p:txBody>
      </p: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E73BDAFD-1A38-46EE-C391-F6B71ED7DFB4}"/>
              </a:ext>
            </a:extLst>
          </p:cNvPr>
          <p:cNvCxnSpPr>
            <a:cxnSpLocks/>
          </p:cNvCxnSpPr>
          <p:nvPr/>
        </p:nvCxnSpPr>
        <p:spPr>
          <a:xfrm>
            <a:off x="4931733" y="1057939"/>
            <a:ext cx="0" cy="526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58A61072-1C24-72DA-947F-52D251EFB030}"/>
              </a:ext>
            </a:extLst>
          </p:cNvPr>
          <p:cNvCxnSpPr>
            <a:cxnSpLocks/>
          </p:cNvCxnSpPr>
          <p:nvPr/>
        </p:nvCxnSpPr>
        <p:spPr>
          <a:xfrm>
            <a:off x="2998381" y="659218"/>
            <a:ext cx="6095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弧 51">
            <a:extLst>
              <a:ext uri="{FF2B5EF4-FFF2-40B4-BE49-F238E27FC236}">
                <a16:creationId xmlns:a16="http://schemas.microsoft.com/office/drawing/2014/main" id="{6EFE3744-F434-8D56-F56B-A07AE0AB4063}"/>
              </a:ext>
            </a:extLst>
          </p:cNvPr>
          <p:cNvSpPr/>
          <p:nvPr/>
        </p:nvSpPr>
        <p:spPr>
          <a:xfrm flipH="1">
            <a:off x="2881423" y="3489515"/>
            <a:ext cx="2248544" cy="1913861"/>
          </a:xfrm>
          <a:prstGeom prst="arc">
            <a:avLst>
              <a:gd name="adj1" fmla="val 16200000"/>
              <a:gd name="adj2" fmla="val 5021198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C996A62-6D6A-721C-5BD6-D571E7232004}"/>
              </a:ext>
            </a:extLst>
          </p:cNvPr>
          <p:cNvSpPr txBox="1"/>
          <p:nvPr/>
        </p:nvSpPr>
        <p:spPr>
          <a:xfrm>
            <a:off x="1151569" y="4077113"/>
            <a:ext cx="1672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Repair/Fix per branch</a:t>
            </a:r>
            <a:endParaRPr kumimoji="1" lang="zh-CN" altLang="en-US" dirty="0"/>
          </a:p>
        </p:txBody>
      </p:sp>
      <p:sp>
        <p:nvSpPr>
          <p:cNvPr id="54" name="梯形 53">
            <a:extLst>
              <a:ext uri="{FF2B5EF4-FFF2-40B4-BE49-F238E27FC236}">
                <a16:creationId xmlns:a16="http://schemas.microsoft.com/office/drawing/2014/main" id="{B15088BF-C227-E0DB-BA30-870FEBE6D035}"/>
              </a:ext>
            </a:extLst>
          </p:cNvPr>
          <p:cNvSpPr/>
          <p:nvPr/>
        </p:nvSpPr>
        <p:spPr>
          <a:xfrm>
            <a:off x="7074194" y="356190"/>
            <a:ext cx="2739655" cy="606056"/>
          </a:xfrm>
          <a:prstGeom prst="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Plan 2</a:t>
            </a:r>
            <a:endParaRPr kumimoji="1" lang="zh-CN" altLang="en-US" dirty="0"/>
          </a:p>
        </p:txBody>
      </p: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7F840786-7A6D-7048-125C-3E6D9E4CBD4C}"/>
              </a:ext>
            </a:extLst>
          </p:cNvPr>
          <p:cNvCxnSpPr>
            <a:cxnSpLocks/>
          </p:cNvCxnSpPr>
          <p:nvPr/>
        </p:nvCxnSpPr>
        <p:spPr>
          <a:xfrm>
            <a:off x="6347635" y="649399"/>
            <a:ext cx="6095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DC5DA7E8-2C00-7DF9-64D8-F8EA8341C61B}"/>
              </a:ext>
            </a:extLst>
          </p:cNvPr>
          <p:cNvSpPr txBox="1"/>
          <p:nvPr/>
        </p:nvSpPr>
        <p:spPr>
          <a:xfrm>
            <a:off x="8010414" y="2615614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57" name="弧 56">
            <a:extLst>
              <a:ext uri="{FF2B5EF4-FFF2-40B4-BE49-F238E27FC236}">
                <a16:creationId xmlns:a16="http://schemas.microsoft.com/office/drawing/2014/main" id="{3430D27B-BA50-272A-0354-650FE6109985}"/>
              </a:ext>
            </a:extLst>
          </p:cNvPr>
          <p:cNvSpPr/>
          <p:nvPr/>
        </p:nvSpPr>
        <p:spPr>
          <a:xfrm rot="5400000" flipH="1">
            <a:off x="4389246" y="-2957648"/>
            <a:ext cx="1566515" cy="6368964"/>
          </a:xfrm>
          <a:prstGeom prst="arc">
            <a:avLst>
              <a:gd name="adj1" fmla="val 16424377"/>
              <a:gd name="adj2" fmla="val 5021198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" name="弧 57">
            <a:extLst>
              <a:ext uri="{FF2B5EF4-FFF2-40B4-BE49-F238E27FC236}">
                <a16:creationId xmlns:a16="http://schemas.microsoft.com/office/drawing/2014/main" id="{F648C819-9631-EE4F-8F4B-D1DB419B4677}"/>
              </a:ext>
            </a:extLst>
          </p:cNvPr>
          <p:cNvSpPr/>
          <p:nvPr/>
        </p:nvSpPr>
        <p:spPr>
          <a:xfrm rot="1900994">
            <a:off x="6618933" y="1530278"/>
            <a:ext cx="2116912" cy="6386331"/>
          </a:xfrm>
          <a:prstGeom prst="arc">
            <a:avLst>
              <a:gd name="adj1" fmla="val 16247764"/>
              <a:gd name="adj2" fmla="val 513904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右大括号 58">
            <a:extLst>
              <a:ext uri="{FF2B5EF4-FFF2-40B4-BE49-F238E27FC236}">
                <a16:creationId xmlns:a16="http://schemas.microsoft.com/office/drawing/2014/main" id="{1539A83A-3389-B529-39A0-09E92F49485B}"/>
              </a:ext>
            </a:extLst>
          </p:cNvPr>
          <p:cNvSpPr/>
          <p:nvPr/>
        </p:nvSpPr>
        <p:spPr>
          <a:xfrm rot="5400000">
            <a:off x="4740883" y="4646536"/>
            <a:ext cx="381700" cy="395416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EB953083-A45F-1C9A-7951-16909E5A6180}"/>
              </a:ext>
            </a:extLst>
          </p:cNvPr>
          <p:cNvSpPr txBox="1"/>
          <p:nvPr/>
        </p:nvSpPr>
        <p:spPr>
          <a:xfrm>
            <a:off x="6652434" y="7062821"/>
            <a:ext cx="241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Validation for this plan</a:t>
            </a:r>
            <a:endParaRPr kumimoji="1" lang="zh-CN" altLang="en-US" dirty="0"/>
          </a:p>
        </p:txBody>
      </p:sp>
      <p:sp>
        <p:nvSpPr>
          <p:cNvPr id="61" name="五角星 60">
            <a:extLst>
              <a:ext uri="{FF2B5EF4-FFF2-40B4-BE49-F238E27FC236}">
                <a16:creationId xmlns:a16="http://schemas.microsoft.com/office/drawing/2014/main" id="{AC6E29B0-37F3-2E22-4E16-05FF5C240B57}"/>
              </a:ext>
            </a:extLst>
          </p:cNvPr>
          <p:cNvSpPr/>
          <p:nvPr/>
        </p:nvSpPr>
        <p:spPr>
          <a:xfrm>
            <a:off x="4358292" y="6966213"/>
            <a:ext cx="1239029" cy="832263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98EF9587-AA94-9F33-6742-A2A3B26D64F4}"/>
              </a:ext>
            </a:extLst>
          </p:cNvPr>
          <p:cNvSpPr txBox="1"/>
          <p:nvPr/>
        </p:nvSpPr>
        <p:spPr>
          <a:xfrm>
            <a:off x="8199002" y="-891986"/>
            <a:ext cx="27396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Combine original request and Dependent plan results</a:t>
            </a:r>
          </a:p>
          <a:p>
            <a:r>
              <a:rPr kumimoji="1" lang="en-US" altLang="zh-CN" dirty="0"/>
              <a:t>Gen next plan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06133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BA40BFAF-9321-396B-D3F1-208D6CCB5ED3}"/>
              </a:ext>
            </a:extLst>
          </p:cNvPr>
          <p:cNvSpPr/>
          <p:nvPr/>
        </p:nvSpPr>
        <p:spPr>
          <a:xfrm>
            <a:off x="3429000" y="1008529"/>
            <a:ext cx="2667000" cy="1371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Plan 1 in Generating</a:t>
            </a:r>
            <a:endParaRPr kumimoji="1" lang="zh-CN" altLang="en-US" dirty="0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F99A8A59-6CE2-945D-4911-33701A44B597}"/>
              </a:ext>
            </a:extLst>
          </p:cNvPr>
          <p:cNvSpPr/>
          <p:nvPr/>
        </p:nvSpPr>
        <p:spPr>
          <a:xfrm>
            <a:off x="3429000" y="2743200"/>
            <a:ext cx="2667000" cy="1371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Plan 2 in Generating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69391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0313C-7C19-B119-8064-059D914C1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2C0E258F-7893-DF00-07AC-41B37D51AEEF}"/>
              </a:ext>
            </a:extLst>
          </p:cNvPr>
          <p:cNvSpPr/>
          <p:nvPr/>
        </p:nvSpPr>
        <p:spPr>
          <a:xfrm>
            <a:off x="3429000" y="1008529"/>
            <a:ext cx="2667000" cy="13716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Plan 1 in Generating</a:t>
            </a:r>
            <a:endParaRPr kumimoji="1" lang="zh-CN" altLang="en-US" dirty="0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44BFB6F4-E3BB-7A93-2455-0E42CB737801}"/>
              </a:ext>
            </a:extLst>
          </p:cNvPr>
          <p:cNvSpPr/>
          <p:nvPr/>
        </p:nvSpPr>
        <p:spPr>
          <a:xfrm>
            <a:off x="3429000" y="2743200"/>
            <a:ext cx="2667000" cy="13716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Plan 2 in Execution</a:t>
            </a:r>
            <a:endParaRPr kumimoji="1" lang="zh-CN" altLang="en-US" dirty="0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BAC641B6-1EC8-B39D-CC1A-76A8C203CA15}"/>
              </a:ext>
            </a:extLst>
          </p:cNvPr>
          <p:cNvSpPr/>
          <p:nvPr/>
        </p:nvSpPr>
        <p:spPr>
          <a:xfrm>
            <a:off x="3769658" y="4477871"/>
            <a:ext cx="2667000" cy="1371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Plan 3 in Generating</a:t>
            </a:r>
            <a:endParaRPr kumimoji="1" lang="zh-CN" altLang="en-US" dirty="0"/>
          </a:p>
        </p:txBody>
      </p:sp>
      <p:sp>
        <p:nvSpPr>
          <p:cNvPr id="3" name="左中括号 2">
            <a:extLst>
              <a:ext uri="{FF2B5EF4-FFF2-40B4-BE49-F238E27FC236}">
                <a16:creationId xmlns:a16="http://schemas.microsoft.com/office/drawing/2014/main" id="{724DE629-CB0A-83FB-B4D4-88A2A50D307F}"/>
              </a:ext>
            </a:extLst>
          </p:cNvPr>
          <p:cNvSpPr/>
          <p:nvPr/>
        </p:nvSpPr>
        <p:spPr>
          <a:xfrm>
            <a:off x="2918012" y="1922929"/>
            <a:ext cx="349623" cy="1761565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65093967-0A48-D205-038C-AE5B078A8852}"/>
              </a:ext>
            </a:extLst>
          </p:cNvPr>
          <p:cNvCxnSpPr/>
          <p:nvPr/>
        </p:nvCxnSpPr>
        <p:spPr>
          <a:xfrm>
            <a:off x="3106271" y="4047565"/>
            <a:ext cx="0" cy="1183341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20E7356A-7196-F185-5CE8-7BD8FA2F54E6}"/>
              </a:ext>
            </a:extLst>
          </p:cNvPr>
          <p:cNvCxnSpPr/>
          <p:nvPr/>
        </p:nvCxnSpPr>
        <p:spPr>
          <a:xfrm>
            <a:off x="3106271" y="5230906"/>
            <a:ext cx="470647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7170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132AA-D9CA-50F9-C422-A815B6F6E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FD20689B-7D78-9BCA-45AF-777DBD3F2BB7}"/>
              </a:ext>
            </a:extLst>
          </p:cNvPr>
          <p:cNvSpPr/>
          <p:nvPr/>
        </p:nvSpPr>
        <p:spPr>
          <a:xfrm>
            <a:off x="3429000" y="1008529"/>
            <a:ext cx="2667000" cy="13716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Plan 1 in Generating</a:t>
            </a:r>
            <a:endParaRPr kumimoji="1" lang="zh-CN" altLang="en-US" dirty="0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2A7EE070-B996-899B-FAF4-60CC0B1200F7}"/>
              </a:ext>
            </a:extLst>
          </p:cNvPr>
          <p:cNvSpPr/>
          <p:nvPr/>
        </p:nvSpPr>
        <p:spPr>
          <a:xfrm>
            <a:off x="3429000" y="2743200"/>
            <a:ext cx="2667000" cy="13716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Plan 2 in Execution</a:t>
            </a:r>
            <a:endParaRPr kumimoji="1" lang="zh-CN" altLang="en-US" dirty="0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686CE703-184E-990D-5896-023FEF313380}"/>
              </a:ext>
            </a:extLst>
          </p:cNvPr>
          <p:cNvSpPr/>
          <p:nvPr/>
        </p:nvSpPr>
        <p:spPr>
          <a:xfrm>
            <a:off x="3769658" y="4477871"/>
            <a:ext cx="2667000" cy="1371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Plan 3 in Generating</a:t>
            </a:r>
            <a:endParaRPr kumimoji="1" lang="zh-CN" altLang="en-US" dirty="0"/>
          </a:p>
        </p:txBody>
      </p:sp>
      <p:sp>
        <p:nvSpPr>
          <p:cNvPr id="3" name="左中括号 2">
            <a:extLst>
              <a:ext uri="{FF2B5EF4-FFF2-40B4-BE49-F238E27FC236}">
                <a16:creationId xmlns:a16="http://schemas.microsoft.com/office/drawing/2014/main" id="{0BCFCC16-2609-FCEB-5701-D6068A67C97F}"/>
              </a:ext>
            </a:extLst>
          </p:cNvPr>
          <p:cNvSpPr/>
          <p:nvPr/>
        </p:nvSpPr>
        <p:spPr>
          <a:xfrm>
            <a:off x="2918012" y="1922929"/>
            <a:ext cx="349623" cy="1761565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BEA01676-A72E-C041-966A-2952A023EEE7}"/>
              </a:ext>
            </a:extLst>
          </p:cNvPr>
          <p:cNvCxnSpPr/>
          <p:nvPr/>
        </p:nvCxnSpPr>
        <p:spPr>
          <a:xfrm>
            <a:off x="3106271" y="4047565"/>
            <a:ext cx="0" cy="1183341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52C5BF7E-C293-AB9C-6E68-CCD435827712}"/>
              </a:ext>
            </a:extLst>
          </p:cNvPr>
          <p:cNvCxnSpPr/>
          <p:nvPr/>
        </p:nvCxnSpPr>
        <p:spPr>
          <a:xfrm>
            <a:off x="3106271" y="5230906"/>
            <a:ext cx="470647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310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7BAC59-D22B-5E8C-5975-EF10661B4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58F8BD-59A9-8DD8-B2B1-FFB653C70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66944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</TotalTime>
  <Words>66</Words>
  <Application>Microsoft Macintosh PowerPoint</Application>
  <PresentationFormat>宽屏</PresentationFormat>
  <Paragraphs>19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LI, Zhi</dc:creator>
  <cp:lastModifiedBy>LI, Zhi</cp:lastModifiedBy>
  <cp:revision>1</cp:revision>
  <dcterms:created xsi:type="dcterms:W3CDTF">2026-06-29T06:11:07Z</dcterms:created>
  <dcterms:modified xsi:type="dcterms:W3CDTF">2026-06-29T15:18:02Z</dcterms:modified>
</cp:coreProperties>
</file>